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58" r:id="rId5"/>
    <p:sldId id="260" r:id="rId6"/>
    <p:sldId id="262" r:id="rId7"/>
    <p:sldId id="268" r:id="rId8"/>
    <p:sldId id="261" r:id="rId9"/>
    <p:sldId id="259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k" initials="N" lastIdx="1" clrIdx="0">
    <p:extLst>
      <p:ext uri="{19B8F6BF-5375-455C-9EA6-DF929625EA0E}">
        <p15:presenceInfo xmlns:p15="http://schemas.microsoft.com/office/powerpoint/2012/main" userId="Ni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EB7A-9F1A-4CF0-BDFD-9F8075D22FB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83AE-B247-4491-A46F-D43A8484D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8501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EB7A-9F1A-4CF0-BDFD-9F8075D22FB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83AE-B247-4491-A46F-D43A8484D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576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EB7A-9F1A-4CF0-BDFD-9F8075D22FB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83AE-B247-4491-A46F-D43A8484D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04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EB7A-9F1A-4CF0-BDFD-9F8075D22FB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83AE-B247-4491-A46F-D43A8484D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7892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EB7A-9F1A-4CF0-BDFD-9F8075D22FB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83AE-B247-4491-A46F-D43A8484D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2735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EB7A-9F1A-4CF0-BDFD-9F8075D22FB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83AE-B247-4491-A46F-D43A8484D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9175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EB7A-9F1A-4CF0-BDFD-9F8075D22FB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83AE-B247-4491-A46F-D43A8484D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920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EB7A-9F1A-4CF0-BDFD-9F8075D22FB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83AE-B247-4491-A46F-D43A8484D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193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55E6EB7A-9F1A-4CF0-BDFD-9F8075D22FB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17A583AE-B247-4491-A46F-D43A8484D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0192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EB7A-9F1A-4CF0-BDFD-9F8075D22FB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83AE-B247-4491-A46F-D43A8484D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162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EB7A-9F1A-4CF0-BDFD-9F8075D22FB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83AE-B247-4491-A46F-D43A8484D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8413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EB7A-9F1A-4CF0-BDFD-9F8075D22FB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83AE-B247-4491-A46F-D43A8484D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676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EB7A-9F1A-4CF0-BDFD-9F8075D22FB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83AE-B247-4491-A46F-D43A8484D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61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EB7A-9F1A-4CF0-BDFD-9F8075D22FB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83AE-B247-4491-A46F-D43A8484D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826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55E6EB7A-9F1A-4CF0-BDFD-9F8075D22FB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17A583AE-B247-4491-A46F-D43A8484D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766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ADD354C-B52E-49BE-A3EF-AE3EC305231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815" y="184638"/>
            <a:ext cx="9334500" cy="6223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4EA860-28CC-4C54-BC71-625093892D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effectLst/>
              </a:rPr>
              <a:t>Система учёта реестра в отеле</a:t>
            </a:r>
            <a:endParaRPr lang="ru-RU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9BF2D3C-5523-4D5D-9EDD-22FC3A808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2278" y="5021264"/>
            <a:ext cx="10572000" cy="1295623"/>
          </a:xfrm>
        </p:spPr>
        <p:txBody>
          <a:bodyPr>
            <a:normAutofit/>
          </a:bodyPr>
          <a:lstStyle/>
          <a:p>
            <a:pPr algn="r"/>
            <a:r>
              <a:rPr lang="ru-RU" dirty="0"/>
              <a:t>Разработчики: Семенов Никита и Фомин Никита </a:t>
            </a:r>
          </a:p>
          <a:p>
            <a:pPr algn="r"/>
            <a:r>
              <a:rPr lang="ru-RU" dirty="0"/>
              <a:t>Группа:</a:t>
            </a:r>
            <a:r>
              <a:rPr lang="en-US" dirty="0"/>
              <a:t> </a:t>
            </a:r>
            <a:r>
              <a:rPr lang="ru-RU" dirty="0"/>
              <a:t>ИСП-223</a:t>
            </a:r>
          </a:p>
          <a:p>
            <a:pPr algn="r"/>
            <a:r>
              <a:rPr lang="ru-RU" dirty="0"/>
              <a:t>02.04.2026</a:t>
            </a:r>
          </a:p>
        </p:txBody>
      </p:sp>
    </p:spTree>
    <p:extLst>
      <p:ext uri="{BB962C8B-B14F-4D97-AF65-F5344CB8AC3E}">
        <p14:creationId xmlns:p14="http://schemas.microsoft.com/office/powerpoint/2010/main" val="1038830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07CA515-7074-4672-9D3A-CE6A5DF5B67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539" y="-294787"/>
            <a:ext cx="6154615" cy="658446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500085-0E5F-480B-9DDD-118EA73C5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08" y="456712"/>
            <a:ext cx="5679831" cy="1325563"/>
          </a:xfrm>
        </p:spPr>
        <p:txBody>
          <a:bodyPr/>
          <a:lstStyle/>
          <a:p>
            <a:r>
              <a:rPr lang="ru-RU" b="1" dirty="0">
                <a:effectLst/>
              </a:rPr>
              <a:t>Цель и задачи проекта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730AE6-D0E1-4345-8A15-3274AA2EA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51400" cy="44892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	Создать веб‑систему бронирования и управления номерами отеля, которая превращает планирование отдыха из хлопотного процесса в удовольствие — от первого шага выбора идеального места до комфортного заселения. Платформа должна обеспечить удобство для гостей и прозрачность для персонала, объединяя в себе функциональность для разных ролей пользователей: клиентов, администраторов и управляющих.</a:t>
            </a:r>
          </a:p>
        </p:txBody>
      </p:sp>
    </p:spTree>
    <p:extLst>
      <p:ext uri="{BB962C8B-B14F-4D97-AF65-F5344CB8AC3E}">
        <p14:creationId xmlns:p14="http://schemas.microsoft.com/office/powerpoint/2010/main" val="388770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E9BC1-699C-4224-823D-27BDD5CE7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Технологии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1DA8FA-B7C7-4089-8644-55937BF90B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1772" y="2369176"/>
            <a:ext cx="8162925" cy="384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База данных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Microsoft SQL Server (создана в SQL Server Management Studio)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Язык разработки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C# 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b="1" dirty="0"/>
              <a:t>Преимущества технологий:</a:t>
            </a:r>
            <a:br>
              <a:rPr lang="ru-RU" altLang="ru-RU" sz="1800" dirty="0">
                <a:latin typeface="Arial" panose="020B0604020202020204" pitchFamily="34" charset="0"/>
              </a:rPr>
            </a:br>
            <a:endParaRPr lang="ru-RU" altLang="ru-RU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Microsoft SQL Server + SSMS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Надёжное хранение данных, удобное проектирование таблиц, мощные инструменты управления и высокая производительность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C#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Современный, безопасный и удобный язык для разработки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backend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-приложений с отличной интеграцией с SQL Server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413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D18700-27E4-4759-B1E1-0BE28DBB6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/>
              <a:t>О</a:t>
            </a:r>
            <a:r>
              <a:rPr lang="ru-RU" sz="4800" b="1" dirty="0">
                <a:effectLst/>
              </a:rPr>
              <a:t>писание системы</a:t>
            </a:r>
            <a:endParaRPr lang="ru-RU" sz="48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76D94F-D407-4121-B671-57366FD52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sz="4300" b="1" dirty="0"/>
              <a:t>Что делает система</a:t>
            </a:r>
          </a:p>
          <a:p>
            <a:r>
              <a:rPr lang="ru-RU" sz="2600" b="1" dirty="0">
                <a:effectLst/>
              </a:rPr>
              <a:t>Система учёта реестра в отеле</a:t>
            </a:r>
            <a:r>
              <a:rPr lang="ru-RU" sz="2600" dirty="0">
                <a:effectLst/>
              </a:rPr>
              <a:t> — это веб-приложение для автоматизации процесса бронирования номеров и управления гостями отеля.</a:t>
            </a:r>
          </a:p>
          <a:p>
            <a:r>
              <a:rPr lang="ru-RU" sz="2600" dirty="0">
                <a:effectLst/>
              </a:rPr>
              <a:t>Система поддерживает </a:t>
            </a:r>
            <a:r>
              <a:rPr lang="ru-RU" sz="2600" b="1" dirty="0">
                <a:effectLst/>
              </a:rPr>
              <a:t>три типа пользователей</a:t>
            </a:r>
            <a:r>
              <a:rPr lang="ru-RU" sz="2600" dirty="0">
                <a:effectLst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600" b="1" dirty="0"/>
              <a:t>Гость</a:t>
            </a:r>
            <a:r>
              <a:rPr lang="ru-RU" sz="2600" dirty="0"/>
              <a:t> — может просматривать доступные номера и рассчитывать стоимость проживания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600" b="1" dirty="0"/>
              <a:t>Клиент</a:t>
            </a:r>
            <a:r>
              <a:rPr lang="ru-RU" sz="2600" dirty="0"/>
              <a:t> — может просматривать номера, рассчитывать стоимость, </a:t>
            </a:r>
            <a:r>
              <a:rPr lang="ru-RU" sz="2600" b="1" dirty="0"/>
              <a:t>оформлять бронирование самостоятельно</a:t>
            </a:r>
            <a:r>
              <a:rPr lang="ru-RU" sz="2600" dirty="0"/>
              <a:t>, а также изменять его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600" b="1" dirty="0"/>
              <a:t>Менеджер</a:t>
            </a:r>
            <a:r>
              <a:rPr lang="ru-RU" sz="2600" dirty="0"/>
              <a:t> — имеет полный доступ: просматривает все бронирования, создаёт и редактирует бронирования (как от имени клиента, так и самостоятельно)</a:t>
            </a:r>
          </a:p>
        </p:txBody>
      </p:sp>
    </p:spTree>
    <p:extLst>
      <p:ext uri="{BB962C8B-B14F-4D97-AF65-F5344CB8AC3E}">
        <p14:creationId xmlns:p14="http://schemas.microsoft.com/office/powerpoint/2010/main" val="2701462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F15E79-6E7A-4725-94F2-2D001EC8A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b="1" dirty="0"/>
              <a:t>О</a:t>
            </a:r>
            <a:r>
              <a:rPr lang="ru-RU" sz="4400" b="1" dirty="0">
                <a:effectLst/>
              </a:rPr>
              <a:t>писание системы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238258-217C-4B28-9E9A-A2C27838D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3600" b="1" dirty="0"/>
              <a:t>Основные возможности системы: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Просмотр свободных номеров с учётом выбранного периода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Фильтрация номеров по типу (Базовый / Продвинутый / Президентский)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Выбор дополнительных услуг (питание, интернет и др.)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Автоматический расчёт итоговой стоимости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Оформление и изменение бронирований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Управление всеми бронированиями отеля (для менеджера)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384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9A4373-1653-4547-8A99-79DD15F68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Структура базы данных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BBEF5BB-B69A-4BC9-BC0A-98051292CB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57648" y="641153"/>
            <a:ext cx="4586457" cy="557569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71BC16-39FF-468C-A4A3-22D6689A7FAB}"/>
              </a:ext>
            </a:extLst>
          </p:cNvPr>
          <p:cNvSpPr txBox="1"/>
          <p:nvPr/>
        </p:nvSpPr>
        <p:spPr>
          <a:xfrm>
            <a:off x="400293" y="2476011"/>
            <a:ext cx="64008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effectLst/>
              </a:rPr>
              <a:t>База данных</a:t>
            </a:r>
            <a:r>
              <a:rPr lang="ru-RU" sz="2400" dirty="0">
                <a:effectLst/>
              </a:rPr>
              <a:t> Создана в </a:t>
            </a:r>
            <a:r>
              <a:rPr lang="ru-RU" sz="2400" b="1" dirty="0">
                <a:effectLst/>
              </a:rPr>
              <a:t>Microsoft SQL Server Management Studio (SSMS)</a:t>
            </a:r>
            <a:endParaRPr lang="ru-RU" sz="2400" dirty="0">
              <a:effectLst/>
            </a:endParaRPr>
          </a:p>
          <a:p>
            <a:r>
              <a:rPr lang="ru-RU" sz="2400" b="1" dirty="0"/>
              <a:t>	</a:t>
            </a:r>
            <a:r>
              <a:rPr lang="ru-RU" sz="2400" b="1" dirty="0">
                <a:effectLst/>
              </a:rPr>
              <a:t>Преимущества использования SSMS:</a:t>
            </a:r>
            <a:endParaRPr lang="ru-RU" sz="24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Удобный графический интерфейс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Мощные инструменты проектирования и управления БД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Поддержка T-SQL и визуального создания таблиц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Легкое создание связей и ограничений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4826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A000A2-230F-49BC-A598-FE4945781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Связи между таблицами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A2B5BC8-D23B-4F17-B5CA-6DD297C41F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942" y="1520825"/>
            <a:ext cx="4981365" cy="5147856"/>
          </a:xfrm>
        </p:spPr>
      </p:pic>
    </p:spTree>
    <p:extLst>
      <p:ext uri="{BB962C8B-B14F-4D97-AF65-F5344CB8AC3E}">
        <p14:creationId xmlns:p14="http://schemas.microsoft.com/office/powerpoint/2010/main" val="1599158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5DDBC-53D0-4C8A-B60C-F11F67135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Роли пользователей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808473-CE96-4CCC-B340-B5169D517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effectLst/>
              </a:rPr>
              <a:t> Гость (</a:t>
            </a:r>
            <a:r>
              <a:rPr lang="ru-RU" dirty="0" err="1">
                <a:effectLst/>
              </a:rPr>
              <a:t>Guest</a:t>
            </a:r>
            <a:r>
              <a:rPr lang="ru-RU" dirty="0">
                <a:effectLst/>
              </a:rPr>
              <a:t>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>
              <a:effectLst/>
            </a:endParaRPr>
          </a:p>
          <a:p>
            <a:pPr marL="0" indent="0">
              <a:buNone/>
            </a:pPr>
            <a:endParaRPr lang="ru-RU" dirty="0">
              <a:effectLst/>
            </a:endParaRPr>
          </a:p>
          <a:p>
            <a:pPr marL="0" indent="0">
              <a:buNone/>
            </a:pPr>
            <a:r>
              <a:rPr lang="ru-RU" dirty="0">
                <a:effectLst/>
              </a:rPr>
              <a:t> Клиент (Client)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>
              <a:effectLst/>
            </a:endParaRPr>
          </a:p>
          <a:p>
            <a:pPr marL="0" indent="0">
              <a:buNone/>
            </a:pPr>
            <a:r>
              <a:rPr lang="ru-RU" dirty="0">
                <a:effectLst/>
              </a:rPr>
              <a:t> Менеджер (Manager)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91B04DB-43E7-4708-B513-067961F31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424" y="2424113"/>
            <a:ext cx="2833688" cy="283368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6BB3E53-20F7-452B-892B-D7A0F739A3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5261" y="3924300"/>
            <a:ext cx="2933700" cy="29337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6413E98-AFBD-4E2C-9C71-2D89B1B88D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8649" y="228600"/>
            <a:ext cx="24003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39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C410CC-2116-4F6E-BD56-127B192F9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b="1" dirty="0"/>
              <a:t>О</a:t>
            </a:r>
            <a:r>
              <a:rPr lang="ru-RU" sz="4400" b="1" dirty="0">
                <a:effectLst/>
              </a:rPr>
              <a:t>писание системы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7086C5-FA10-4F24-A30B-326D86017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5" y="1863725"/>
            <a:ext cx="2809875" cy="14319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3200" dirty="0"/>
              <a:t>Страница авторизации 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10BD0A0-00F7-4363-9E53-091ECDE73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164" y="1609725"/>
            <a:ext cx="7477636" cy="420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926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19A6E8-171E-4DEB-93F0-F9EDA57DE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Выводы и дальнейшее развитие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22C861-C52B-440A-82C5-B8432B60E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1" dirty="0">
                <a:effectLst/>
              </a:rPr>
              <a:t>Выводы:</a:t>
            </a:r>
            <a:endParaRPr lang="ru-RU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Разработана полноценная база данных для системы учёта номеров отеля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Реализована многоуровневая система ролей: Гость, Клиент, Менеджер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Обеспечен удобный просмотр, фильтрация номеров и автоматический расчёт стоимости</a:t>
            </a:r>
          </a:p>
          <a:p>
            <a:pPr marL="0" indent="0">
              <a:buNone/>
            </a:pPr>
            <a:r>
              <a:rPr lang="ru-RU" b="1" dirty="0">
                <a:effectLst/>
              </a:rPr>
              <a:t>Дальнейшее развитие: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Уведомления по </a:t>
            </a:r>
            <a:r>
              <a:rPr lang="ru-RU" dirty="0" err="1"/>
              <a:t>email</a:t>
            </a:r>
            <a:r>
              <a:rPr lang="ru-RU" dirty="0"/>
              <a:t> и SMS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Статистика и аналитика для менеджеров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Мобильная версия приложения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Помощь в выборе авиабилетов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5844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812E9D-BE77-462D-B241-5C0FAC621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Спасибо за внимание!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981993-81B6-4901-BBA1-EF22827D3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9445" y="1271953"/>
            <a:ext cx="3724031" cy="558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1406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Цитаты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116</TotalTime>
  <Words>392</Words>
  <Application>Microsoft Office PowerPoint</Application>
  <PresentationFormat>Широкоэкранный</PresentationFormat>
  <Paragraphs>57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2</vt:lpstr>
      <vt:lpstr>Цитаты</vt:lpstr>
      <vt:lpstr>Система учёта реестра в отеле</vt:lpstr>
      <vt:lpstr>Цель и задачи проекта</vt:lpstr>
      <vt:lpstr>Технологии</vt:lpstr>
      <vt:lpstr>Описание системы</vt:lpstr>
      <vt:lpstr>Описание системы</vt:lpstr>
      <vt:lpstr>Структура базы данных</vt:lpstr>
      <vt:lpstr>Связи между таблицами</vt:lpstr>
      <vt:lpstr>Роли пользователей</vt:lpstr>
      <vt:lpstr>Описание системы</vt:lpstr>
      <vt:lpstr>Выводы и дальнейшее развитие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учёта реестра в отеле</dc:title>
  <dc:creator>Nik</dc:creator>
  <cp:lastModifiedBy>Nik</cp:lastModifiedBy>
  <cp:revision>12</cp:revision>
  <dcterms:created xsi:type="dcterms:W3CDTF">2026-04-02T09:13:59Z</dcterms:created>
  <dcterms:modified xsi:type="dcterms:W3CDTF">2026-04-03T09:01:17Z</dcterms:modified>
</cp:coreProperties>
</file>